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5C9D"/>
                </a:solidFill>
              </a:defRPr>
            </a:pPr>
            <a:r>
              <a:t>SIH26155  /  CONFIGURATION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53D"/>
                </a:solidFill>
              </a:defRPr>
            </a:pPr>
            <a:r>
              <a:t>Evidence before 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27A"/>
                </a:solidFill>
              </a:defRPr>
            </a:pPr>
            <a:r>
              <a:t>SIH26155 / Multi-vendor network security compliance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Heterogeneous syntax creates consequential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The application keeps unknown settings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The central contribution: tested, reviewed adaptation to unfamiliar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Synthetic-data qualification • Full conditions and limitations in docs/verification.md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5C9D"/>
                </a:solidFill>
              </a:defRPr>
            </a:pPr>
            <a:r>
              <a:t>SIH26155  /  CONFIGURATION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53D"/>
                </a:solidFill>
              </a:defRPr>
            </a:pPr>
            <a:r>
              <a:t>One durable audit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27A"/>
                </a:solidFill>
              </a:defRPr>
            </a:pPr>
            <a:r>
              <a:t>Local Docker services with independent API and worker replicas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NGINX + React -&gt; FastAPI -&gt; PostgreSQL, Valkey and encrypted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Keycloak OIDC / PKCE -&gt; tenant-scoped sessions and PostgreSQL 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Leased worker jobs -&gt; deterministic findings -&gt; separate PDF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Restricted Gemini proxy; optional metrics, traces and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Synthetic-data qualification • Full conditions and limitations in docs/verification.md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5C9D"/>
                </a:solidFill>
              </a:defRPr>
            </a:pPr>
            <a:r>
              <a:t>SIH26155  /  CONFIGURATION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53D"/>
                </a:solidFill>
              </a:defRPr>
            </a:pPr>
            <a:r>
              <a:t>Teach meaning; verify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27A"/>
                </a:solidFill>
              </a:defRPr>
            </a:pPr>
            <a:r>
              <a:t>Agentic investigation with a deterministic approval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Retrieve approved, versioned reference passages and identify material unknowns.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Propose a constrained mapping; test positive and negative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A reviewer inspects semantics and labels before activation.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Re-audit without redeployment; retire a mapping to roll back future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Synthetic-data qualification • Full conditions and limitations in docs/verification.md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5C9D"/>
                </a:solidFill>
              </a:defRPr>
            </a:pPr>
            <a:r>
              <a:t>SIH26155  /  CONFIGURATION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53D"/>
                </a:solidFill>
              </a:defRPr>
            </a:pPr>
            <a:r>
              <a:t>Qualification is observable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27A"/>
                </a:solidFill>
              </a:defRPr>
            </a:pPr>
            <a:r>
              <a:t>Measured local results, with source evidence retained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Two-replica rate limit: 30 accepted / 25 rejected in the bounded burst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Valkey outage: reads available, writes refused. API replica-loss reads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Worker recovery: 66.42 seconds; accepted work completed.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Fresh-volume restore: 31.27 seconds; hashes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Throughput: 115.66 configs/min; metadata p95: 125.0 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Synthetic-data qualification • Full conditions and limitations in docs/verification.md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75C9D"/>
                </a:solidFill>
              </a:defRPr>
            </a:pPr>
            <a:r>
              <a:t>SIH26155  /  CONFIGURATION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253D"/>
                </a:solidFill>
              </a:defRPr>
            </a:pPr>
            <a:r>
              <a:t>An honest scope for a serious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27A"/>
                </a:solidFill>
              </a:defRPr>
            </a:pPr>
            <a:r>
              <a:t>Working software, reviewable evidence and explicit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20 team technical checks; declared IOS, Junos set and FortiOS subsets.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Synthetic examples. The organizer supplied references, not a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Candidate framework crosswalks; no certification or universal vendor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No automatic changes to live devices. One host is one failure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53D"/>
                </a:solidFill>
              </a:defRPr>
            </a:pPr>
            <a:r>
              <a:t>• Next evidence: expert labels, exact editions, operational checks and fair comparisons.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Synthetic-data qualification • Full conditions and limitations in docs/verification.md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27A"/>
                </a:solidFill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