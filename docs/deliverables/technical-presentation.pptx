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PROOFLANE  /  EVIDENCE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Evidence before verdicts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Prooflane / Multi-vendor network security compliance auditing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Heterogeneous syntax creates consequential uncertainty.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The application keeps unknown settings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The central contribution: tested, reviewed adaptation to unfamiliar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PROOFLANE  /  EVIDENCE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One durable audit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Local Docker services with independent API and worker replicas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NGINX + React -&gt; FastAPI -&gt; PostgreSQL, Valkey and encrypted 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Keycloak OIDC / PKCE -&gt; tenant-scoped sessions and PostgreSQL RLS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Leased worker jobs -&gt; deterministic findings -&gt; separate PDF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Restricted Gemini proxy; optional metrics, traces and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PROOFLANE  /  EVIDENCE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Teach meaning; verify the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Agentic investigation with a deterministic approval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Retrieve approved, versioned reference passages and identify material unknowns.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Propose a constrained mapping; test positive and negative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A reviewer inspects semantics and labels before activation.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Re-audit without redeployment; retire a mapping to roll back future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PROOFLANE  /  EVIDENCE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Qualification is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Measured local results, with source evidence retained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Two-replica rate limit: 30 accepted / 25 rejected in the bounded burst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Valkey outage: reads available, writes refused. API replica-loss reads succeeded.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Worker recovery: 66.42 seconds; accepted work completed.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Fresh-volume restore: 31.27 seconds; hashes 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115.66 configs/min; one-hour metadata p95 32.0 ms (180000 successful reads).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PROOFLANE  /  EVIDENCE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An honest scope for a serious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Working software, reviewable evidence and explicit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20 team technical checks; declared IOS, Junos set and FortiOS subsets.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Synthetic examples; independently reviewed vendor labels remain future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Candidate framework crosswalks; no certification or universal vendor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No automatic changes to live devices. One host is one failure domain.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Open: upstream image findings; expert labels, exact editions and fair comparisons.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